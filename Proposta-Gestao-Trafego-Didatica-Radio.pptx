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73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73152" cy="2743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CBR 2026.2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Captação via Tráfego Pago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303520" cy="36576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52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Gestão  ·  Maio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2286000" cy="137160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R$ 14.000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MENTORIA CBR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2286000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alunos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EM 30 DIAS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Didática Radio  ×  Gestão de Tráfego Pago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histórico já prova que funciona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Analisamos 35 campanhas e R$5.900 investidos. Os dados já mostram o caminho.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560320" cy="3429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5603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490472"/>
            <a:ext cx="694944" cy="69494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4904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EDUCATIVO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920240" cy="27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R$ 0,13 / clique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de Maffucci: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4.289 cliques impulsionado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Audiência adora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clínico educativo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325880"/>
            <a:ext cx="2560320" cy="3429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325880"/>
            <a:ext cx="2560320" cy="7315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78808" y="1490472"/>
            <a:ext cx="694944" cy="694944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8808" y="14904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LEADS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2697480"/>
            <a:ext cx="1920240" cy="2743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R$ 2,01 / clique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83280" y="331927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de site testadas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559 cliques reais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otimizar sem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do zero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325880"/>
            <a:ext cx="2560320" cy="3429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325880"/>
            <a:ext cx="25603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04888" y="1490472"/>
            <a:ext cx="694944" cy="6949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14904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IDENTIFICADO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2697480"/>
            <a:ext cx="192024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R$ 13 a R$ 47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331927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lead gen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caro demais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repetimos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caminho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chegar nos 25 alunos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438912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68680"/>
            <a:ext cx="8046720" cy="1188720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6868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9235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 —  RECONHECIMENTO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28930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educativo impulsionado  ·  Casos clínicos, CBR, radiologia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63677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esperado: R$5–10  ·  Objetivo: alcançar 50k–100k radiologistas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2148840"/>
            <a:ext cx="6766560" cy="1188720"/>
          </a:xfrm>
          <a:prstGeom prst="rect">
            <a:avLst/>
          </a:prstGeom>
          <a:solidFill>
            <a:srgbClr val="1045A0"/>
          </a:solidFill>
          <a:ln w="12700">
            <a:solidFill>
              <a:srgbClr val="104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14884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0" y="220370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 —  CAPTAÇÃO DE LEADS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56946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nativo Meta + Landing Page em teste A/B  ·  Leads qualificados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91693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esperado: R$15–30  ·  Meta: 400–800 leads para o funil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3429000"/>
            <a:ext cx="5120640" cy="1188720"/>
          </a:xfrm>
          <a:prstGeom prst="rect">
            <a:avLst/>
          </a:prstGeom>
          <a:solidFill>
            <a:srgbClr val="082870"/>
          </a:solidFill>
          <a:ln w="12700">
            <a:solidFill>
              <a:srgbClr val="0828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342900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834640" y="34838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 —  CONVERSÃO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849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+ urgência de vagas  ·  Prova social de aprovados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41970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esperado: R$2.000–4.000  ·  Meta: 25 alunos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62272" y="2075688"/>
            <a:ext cx="219456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3355848"/>
            <a:ext cx="219456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vencedores — tirados dos seus dados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precisa inventar. Os criativos que ja funcionaram estao aqui. So falta metodo para escalar.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8503920" cy="3236976"/>
        </p:xfrm>
        <a:graphic>
          <a:graphicData uri="http://schemas.openxmlformats.org/drawingml/2006/table">
            <a:tbl>
              <a:tblPr/>
              <a:tblGrid>
                <a:gridCol w="2011680"/>
                <a:gridCol w="1691640"/>
                <a:gridCol w="2880360"/>
                <a:gridCol w="1920240"/>
              </a:tblGrid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Arquetipo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de abertura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Funcao no Funil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Clinico  (raio-x)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 + texto sobreposicao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"Voce reconhece esse achado?"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Aprovados CBR  (trofeu)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depoimento + nota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"Mais um aluno aprovado!"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Daniel Direto  (medico)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vertical 30s — celular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 que ninguem te fala sobre o CBR"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 / FUNDO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 + Solucao  (seta)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Estatico com texto grande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"Cansado de estudar sem clareza?"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Urgencia  (relogio)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contador de vagas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"Faltam X vagas — turma 2026.2"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626864"/>
            <a:ext cx="8503920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4626864"/>
            <a:ext cx="54864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626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criativos novos por semana.  Vencedores escalam.  Perdedores pausam imediatamente.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esperar — 3 cenarios reais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decresce com escala — projecoes honestas, nao otimistas.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43200" cy="352044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0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Midia/mes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737360" y="178308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R$ 4.500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30552"/>
            <a:ext cx="2560320" cy="13716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185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37360" y="2185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R$ 150/dia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532888"/>
            <a:ext cx="2560320" cy="13716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5877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estimados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37360" y="258775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180–300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935224"/>
            <a:ext cx="2560320" cy="13716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9900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agendadas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737360" y="2990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337560"/>
            <a:ext cx="2560320" cy="13716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3924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fechados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737360" y="339242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739896"/>
            <a:ext cx="2560320" cy="13716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794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potencial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737360" y="379476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R$42k–70k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4142232"/>
            <a:ext cx="2560320" cy="13716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41970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estimado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737360" y="419709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– 9x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4507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 validar criativos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1280160"/>
            <a:ext cx="2743200" cy="3520440"/>
          </a:xfrm>
          <a:prstGeom prst="rect">
            <a:avLst/>
          </a:prstGeom>
          <a:solidFill>
            <a:srgbClr val="FEFDE7"/>
          </a:solidFill>
          <a:ln w="12700">
            <a:solidFill>
              <a:srgbClr val="F7DC6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1280160"/>
            <a:ext cx="274320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1280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310128" y="17830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Midia/mes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17720" y="178308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R$ 9.000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91840" y="2130552"/>
            <a:ext cx="2560320" cy="13716"/>
          </a:xfrm>
          <a:prstGeom prst="rect">
            <a:avLst/>
          </a:prstGeom>
          <a:solidFill>
            <a:srgbClr val="F7DC6F"/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2185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17720" y="2185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R$ 300/dia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91840" y="2532888"/>
            <a:ext cx="2560320" cy="13716"/>
          </a:xfrm>
          <a:prstGeom prst="rect">
            <a:avLst/>
          </a:prstGeom>
          <a:solidFill>
            <a:srgbClr val="F7DC6F"/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25877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estimados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617720" y="258775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91840" y="2935224"/>
            <a:ext cx="2560320" cy="13716"/>
          </a:xfrm>
          <a:prstGeom prst="rect">
            <a:avLst/>
          </a:prstGeom>
          <a:solidFill>
            <a:srgbClr val="F7DC6F"/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29900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agendadas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617720" y="2990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91840" y="3337560"/>
            <a:ext cx="2560320" cy="13716"/>
          </a:xfrm>
          <a:prstGeom prst="rect">
            <a:avLst/>
          </a:prstGeom>
          <a:solidFill>
            <a:srgbClr val="F7DC6F"/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33924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fechados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617720" y="339242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91840" y="3739896"/>
            <a:ext cx="2560320" cy="13716"/>
          </a:xfrm>
          <a:prstGeom prst="rect">
            <a:avLst/>
          </a:prstGeom>
          <a:solidFill>
            <a:srgbClr val="F7DC6F"/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0128" y="3794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potencial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617720" y="379476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R$98k–140k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291840" y="4142232"/>
            <a:ext cx="2560320" cy="13716"/>
          </a:xfrm>
          <a:prstGeom prst="rect">
            <a:avLst/>
          </a:prstGeom>
          <a:solidFill>
            <a:srgbClr val="F7DC6F"/>
          </a:solidFill>
          <a:ln w="12700">
            <a:solidFill>
              <a:srgbClr val="F7DC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0128" y="41970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estimado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617720" y="419709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– 7x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200400" y="4507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criativos vencedores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80760" y="1280160"/>
            <a:ext cx="2743200" cy="35204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80760" y="1280160"/>
            <a:ext cx="2743200" cy="43891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0760" y="1280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6190488" y="17830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Midia/mes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7498080" y="178308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R$ 18.000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172200" y="2130552"/>
            <a:ext cx="2560320" cy="1371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0488" y="2185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498080" y="218541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R$ 600/dia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172200" y="2532888"/>
            <a:ext cx="2560320" cy="1371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0488" y="25877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estimados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498080" y="258775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900–1.200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172200" y="2935224"/>
            <a:ext cx="2560320" cy="1371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0488" y="29900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agendadas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498080" y="2990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70–100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172200" y="3337560"/>
            <a:ext cx="2560320" cy="1371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90488" y="33924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fechados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7498080" y="339242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172200" y="3739896"/>
            <a:ext cx="2560320" cy="1371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90488" y="3794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potencial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7498080" y="379476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R$210k–280k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172200" y="4142232"/>
            <a:ext cx="2560320" cy="1371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90488" y="41970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estimado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7498080" y="419709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– 5x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6080760" y="4507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completo operando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" y="4892040"/>
            <a:ext cx="8503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" y="4892040"/>
            <a:ext cx="73152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48920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25 alunos = cenario Escala. Chegamos la em 60–90 dias com consistencia e otimizacao continua.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voce contrata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937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8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INCLUIDO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438912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2768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5087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mensal de campanhas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020824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08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Criacao e teste de criativos (briefing + copy)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68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24048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Estruturacao completa (topo / meio / fundo)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169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28529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Otimizacao diaria — pausar perdedores, escalar vencedores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364992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64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33009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de publicos e lookalikes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813048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130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" y="3749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semanal com dados reais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261104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61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41970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Reuniao quinzenal de alinhamento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40680" y="960120"/>
            <a:ext cx="3383280" cy="388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4068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23560" y="1536192"/>
            <a:ext cx="3017520" cy="1115568"/>
          </a:xfrm>
          <a:prstGeom prst="rect">
            <a:avLst/>
          </a:prstGeom>
          <a:solidFill>
            <a:srgbClr val="0E204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ENTRADA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18379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R$ 80/dia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623560" y="2368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R$ 2.400/mes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2761488"/>
            <a:ext cx="2194560" cy="27432"/>
          </a:xfrm>
          <a:prstGeom prst="rect">
            <a:avLst/>
          </a:prstGeom>
          <a:solidFill>
            <a:srgbClr val="1A3A6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2724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23560" y="2999232"/>
            <a:ext cx="3017520" cy="11155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COMPLETO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23560" y="33009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R$ 100/dia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5623560" y="3831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R$ 3.000/mes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40680" y="4233672"/>
            <a:ext cx="3383280" cy="612648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4233672"/>
            <a:ext cx="3383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de midia paga direto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Facebook — separada da gestao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timing esta certo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347472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17373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1737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78992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" y="10241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2026.2 tem prazo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4712" y="1481328"/>
            <a:ext cx="3200400" cy="228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554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 sem trafego rodando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uma vaga perdida para sempre.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nao espera.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114800" cy="17373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73152" cy="1737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1078992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05272" y="10241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suficiente para nao comecar do zero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05272" y="1481328"/>
            <a:ext cx="3200400" cy="228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1554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campanhas e R$5.900 analisados.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sabemos o que funciona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que nunca repetir.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4114800" cy="17373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80360"/>
            <a:ext cx="73152" cy="1737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44952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2990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 de radiologia ainda e barato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24712" y="3447288"/>
            <a:ext cx="3200400" cy="228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3520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de R$1–8 para reconhecimento.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custo aumenta conforme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anunciantes entram no nicho.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880360"/>
            <a:ext cx="4114800" cy="17373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880360"/>
            <a:ext cx="73152" cy="1737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3044952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05272" y="2990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Criativos vencedores ja foram identificados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05272" y="3447288"/>
            <a:ext cx="3200400" cy="228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05272" y="3520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Maffucci: R$0,13 por clique.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Conteudo educativo comprovado.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falta metodo para escalar.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comecamos — linha do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758952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29968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" y="914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2070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+ Setup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2697480"/>
            <a:ext cx="1645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697480"/>
            <a:ext cx="16459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Pixel validado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2735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Publicos criados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criativos prontos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16352" y="2029968"/>
            <a:ext cx="548640" cy="5486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267712" y="914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67712" y="12070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Teste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7712" y="2697480"/>
            <a:ext cx="1645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67712" y="2697480"/>
            <a:ext cx="164592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8163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R$50/dia por criativo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77440" y="32735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 3 eleitos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77440" y="37307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Otimizacao por dados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36592" y="2029968"/>
            <a:ext cx="548640" cy="548640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187952" y="914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87952" y="12070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Captacao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87952" y="2697480"/>
            <a:ext cx="1645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87952" y="2697480"/>
            <a:ext cx="1645920" cy="6400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28163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 + LP no ar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97680" y="32735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Leads chegando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297680" y="37307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Calls iniciando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56832" y="2029968"/>
            <a:ext cx="548640" cy="5486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108192" y="914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08192" y="12070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08192" y="2697480"/>
            <a:ext cx="1645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08192" y="2697480"/>
            <a:ext cx="164592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8163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Fechar leads mornos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17920" y="32735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Urgencia de vagas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17920" y="37307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Primeiras vendas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0040" y="4370832"/>
            <a:ext cx="8503920" cy="713232"/>
          </a:xfrm>
          <a:prstGeom prst="rect">
            <a:avLst/>
          </a:prstGeom>
          <a:solidFill>
            <a:srgbClr val="FEF9E7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370832"/>
            <a:ext cx="73152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43708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comecar: acesso ao Business Manager  +  Pixel ativo e validado  +  3 depoimentos de aprovados 2025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2176272"/>
            <a:ext cx="27432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04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Gestao: R$80–100/dia  ·  Midia: separada  ·  Inicio imediato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737360" cy="10515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R$ 14.000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880360"/>
            <a:ext cx="1737360" cy="10515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alunos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1737360" cy="10515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R$ 350k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potencial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880360"/>
            <a:ext cx="1737360" cy="105156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dias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escala total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Didatica Radio  x  Gestao de Trafego Pago  ·  Maio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787</Words>
  <Application>Microsoft Office PowerPoint</Application>
  <PresentationFormat>Apresentação na tela (16:9)</PresentationFormat>
  <Paragraphs>217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Gestão de Tráfego — Didática Radio</dc:title>
  <dc:subject>PptxGenJS Presentation</dc:subject>
  <dc:creator>PptxGenJS</dc:creator>
  <cp:lastModifiedBy>Lucas Medrilos</cp:lastModifiedBy>
  <cp:revision>2</cp:revision>
  <dcterms:created xsi:type="dcterms:W3CDTF">2026-05-27T02:01:58Z</dcterms:created>
  <dcterms:modified xsi:type="dcterms:W3CDTF">2026-05-27T02:20:50Z</dcterms:modified>
</cp:coreProperties>
</file>